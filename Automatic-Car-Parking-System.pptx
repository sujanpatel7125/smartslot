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" panose="00000500000000000000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33426-0988-3746-92BD-3FAB80E5AB5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88282-FEDE-6D4D-B18C-182A8489A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5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6.svg" /><Relationship Id="rId5" Type="http://schemas.openxmlformats.org/officeDocument/2006/relationships/image" Target="../media/image5.png" /><Relationship Id="rId10" Type="http://schemas.openxmlformats.org/officeDocument/2006/relationships/image" Target="../media/image10.svg" /><Relationship Id="rId4" Type="http://schemas.openxmlformats.org/officeDocument/2006/relationships/image" Target="../media/image4.svg" /><Relationship Id="rId9" Type="http://schemas.openxmlformats.org/officeDocument/2006/relationships/image" Target="../media/image9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12.png" /><Relationship Id="rId7" Type="http://schemas.openxmlformats.org/officeDocument/2006/relationships/image" Target="../media/image16.sv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6" Type="http://schemas.openxmlformats.org/officeDocument/2006/relationships/image" Target="../media/image15.png" /><Relationship Id="rId5" Type="http://schemas.openxmlformats.org/officeDocument/2006/relationships/image" Target="../media/image14.svg" /><Relationship Id="rId4" Type="http://schemas.openxmlformats.org/officeDocument/2006/relationships/image" Target="../media/image13.png" /><Relationship Id="rId9" Type="http://schemas.openxmlformats.org/officeDocument/2006/relationships/image" Target="../media/image18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7" Type="http://schemas.openxmlformats.org/officeDocument/2006/relationships/image" Target="../media/image2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Relationship Id="rId6" Type="http://schemas.openxmlformats.org/officeDocument/2006/relationships/image" Target="../media/image23.png" /><Relationship Id="rId5" Type="http://schemas.openxmlformats.org/officeDocument/2006/relationships/image" Target="../media/image22.png" /><Relationship Id="rId4" Type="http://schemas.openxmlformats.org/officeDocument/2006/relationships/image" Target="../media/image2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9988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Automatic Car Parking System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793790" y="3845600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IoT-based solution for automated vehicle parking management.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90348"/>
            <a:ext cx="75564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to make the vehicle parking process easier, faster, and more secure by using simple electronic components and a microcontroller.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829895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by B-Tech Semester 6 (EC) students Sujan Patel and Nisarg Patel.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722"/>
            <a:ext cx="9298900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Parking Management Crisis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693075"/>
            <a:ext cx="6407944" cy="1958935"/>
          </a:xfrm>
          <a:prstGeom prst="roundRect">
            <a:avLst>
              <a:gd name="adj" fmla="val 4863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95036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Manual Management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51084" y="3510320"/>
            <a:ext cx="589335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many places such as shopping malls, offices, and residential apartments, parking management is usually done manually.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693075"/>
            <a:ext cx="6408063" cy="1958935"/>
          </a:xfrm>
          <a:prstGeom prst="roundRect">
            <a:avLst>
              <a:gd name="adj" fmla="val 4863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95036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Long Waiting Times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685842" y="3510320"/>
            <a:ext cx="589347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management often leads to long waiting times and traffic near the entrance.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878824"/>
            <a:ext cx="6407944" cy="1958935"/>
          </a:xfrm>
          <a:prstGeom prst="roundRect">
            <a:avLst>
              <a:gd name="adj" fmla="val 4863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1361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Unauthorized Access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51084" y="5696069"/>
            <a:ext cx="589335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Sometimes, unauthorized vehicles can enter the parking area due to human error or lack of strict barriers.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878824"/>
            <a:ext cx="6408063" cy="1958935"/>
          </a:xfrm>
          <a:prstGeom prst="roundRect">
            <a:avLst>
              <a:gd name="adj" fmla="val 4863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1361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Time Wasted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685842" y="5696069"/>
            <a:ext cx="589347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often waste a lot of time in busy cities searching for an empty parking spot.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8288"/>
            <a:ext cx="12720876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is the Automatic Car Parking System?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839641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proposes an automated parking system using an Arduino Uno, IR sensors, an RFID module, and a servo motor to overcome manual parking problems.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69400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Primary Purpose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93790" y="4618077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reduce manual work, improve parking management, and allow entry only to authorized users.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53038"/>
            <a:ext cx="391275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Scope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793790" y="6101715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demonstrates how sensors and identification technologies like RFID can be combined with a microcontroller to create an efficient and reliable automated parking system.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7105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Objectives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1948458"/>
            <a:ext cx="6407944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21981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630" y="238529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3105388"/>
            <a:ext cx="432804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Automated Entry Verification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3464" y="3665339"/>
            <a:ext cx="590859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RFID technology to check the authorization of the user.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48458"/>
            <a:ext cx="6408063" cy="2556153"/>
          </a:xfrm>
          <a:prstGeom prst="roundRect">
            <a:avLst>
              <a:gd name="adj" fmla="val 372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78222" y="21981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5388" y="238529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8222" y="3105388"/>
            <a:ext cx="371975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Automated Gate Control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78222" y="3665339"/>
            <a:ext cx="59087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the opening and closing of the gate automatically using a servo motor.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731425"/>
            <a:ext cx="6407944" cy="2850952"/>
          </a:xfrm>
          <a:prstGeom prst="roundRect">
            <a:avLst>
              <a:gd name="adj" fmla="val 334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43464" y="49810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0630" y="5168265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3464" y="588835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Vehicle Detection</a:t>
            </a:r>
            <a:endParaRPr lang="en-US" sz="2550" dirty="0"/>
          </a:p>
        </p:txBody>
      </p:sp>
      <p:sp>
        <p:nvSpPr>
          <p:cNvPr id="17" name="Text 12"/>
          <p:cNvSpPr/>
          <p:nvPr/>
        </p:nvSpPr>
        <p:spPr>
          <a:xfrm>
            <a:off x="1043464" y="6448306"/>
            <a:ext cx="5908596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Continuously monitor vehicle movement at the entrance and inside the parking area using IR sensors.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731425"/>
            <a:ext cx="6408063" cy="2850952"/>
          </a:xfrm>
          <a:prstGeom prst="roundRect">
            <a:avLst>
              <a:gd name="adj" fmla="val 3342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78222" y="49810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954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5388" y="5168265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8222" y="5888355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Availability Tracking</a:t>
            </a:r>
            <a:endParaRPr lang="en-US" sz="2550" dirty="0"/>
          </a:p>
        </p:txBody>
      </p:sp>
      <p:sp>
        <p:nvSpPr>
          <p:cNvPr id="22" name="Text 16"/>
          <p:cNvSpPr/>
          <p:nvPr/>
        </p:nvSpPr>
        <p:spPr>
          <a:xfrm>
            <a:off x="7678222" y="6448306"/>
            <a:ext cx="5908715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Help users know which parking slots are free and which ones are already occupied by cars.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136"/>
            <a:ext cx="130428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Traditional Manual Parking vs. Smart Car Parking System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540562"/>
            <a:ext cx="4737854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7D3E2C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Traditional Manual Parking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793790" y="4275892"/>
            <a:ext cx="6244709" cy="2301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Parking management is usually done manually.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Often leads to long waiting times and traffic near the entrance.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Vulnerable to unauthorized vehicles entering the parking area.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 waste a lot of time searching for empty spots.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40562"/>
            <a:ext cx="4500801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0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Car Parking System</a:t>
            </a:r>
            <a:endParaRPr lang="en-US" sz="3050" dirty="0"/>
          </a:p>
        </p:txBody>
      </p:sp>
      <p:sp>
        <p:nvSpPr>
          <p:cNvPr id="6" name="Text 4"/>
          <p:cNvSpPr/>
          <p:nvPr/>
        </p:nvSpPr>
        <p:spPr>
          <a:xfrm>
            <a:off x="7599521" y="4275892"/>
            <a:ext cx="6244709" cy="2596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gate control requiring no manual intervention.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Makes parking faster and easier, reducing traffic inside parking zones.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Allows entry only to authorized users via RFID scanning.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Detects if a slot is empty or occupied and displays the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2921" y="1051560"/>
            <a:ext cx="7322106" cy="786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50"/>
              </a:lnSpc>
              <a:buNone/>
            </a:pPr>
            <a:r>
              <a:rPr lang="en-US" sz="4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How the System Integrates</a:t>
            </a:r>
            <a:endParaRPr lang="en-US" sz="4750" dirty="0"/>
          </a:p>
        </p:txBody>
      </p:sp>
      <p:sp>
        <p:nvSpPr>
          <p:cNvPr id="4" name="Text 1"/>
          <p:cNvSpPr/>
          <p:nvPr/>
        </p:nvSpPr>
        <p:spPr>
          <a:xfrm>
            <a:off x="6222921" y="2130981"/>
            <a:ext cx="21038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22921" y="2476143"/>
            <a:ext cx="7670959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3"/>
          <p:cNvSpPr/>
          <p:nvPr/>
        </p:nvSpPr>
        <p:spPr>
          <a:xfrm>
            <a:off x="6222921" y="2626995"/>
            <a:ext cx="7670959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Arduino Uno acts as the main controller that manages all operations.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22921" y="3507462"/>
            <a:ext cx="21038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22921" y="3852624"/>
            <a:ext cx="7670959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9" name="Text 6"/>
          <p:cNvSpPr/>
          <p:nvPr/>
        </p:nvSpPr>
        <p:spPr>
          <a:xfrm>
            <a:off x="6222921" y="4003477"/>
            <a:ext cx="7670959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hardware components, sensors, and modules are connected to the Arduino.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22921" y="4883944"/>
            <a:ext cx="21038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222921" y="5229106"/>
            <a:ext cx="7670959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2" name="Text 9"/>
          <p:cNvSpPr/>
          <p:nvPr/>
        </p:nvSpPr>
        <p:spPr>
          <a:xfrm>
            <a:off x="6222921" y="5379958"/>
            <a:ext cx="7670959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microcontroller processes the signals received from the sensors and RFID module to control the gate.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22921" y="6260425"/>
            <a:ext cx="21038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222921" y="6605588"/>
            <a:ext cx="7670959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5" name="Text 12"/>
          <p:cNvSpPr/>
          <p:nvPr/>
        </p:nvSpPr>
        <p:spPr>
          <a:xfrm>
            <a:off x="6222921" y="6756440"/>
            <a:ext cx="7670959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setup is designed to be simple, secure, and efficient.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0467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Electronics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3131820"/>
            <a:ext cx="4196358" cy="3267194"/>
          </a:xfrm>
          <a:prstGeom prst="roundRect">
            <a:avLst>
              <a:gd name="adj" fmla="val 4478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131820"/>
            <a:ext cx="121920" cy="3267194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389114"/>
            <a:ext cx="3288744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Arduino UNO R3 SMD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2524" y="3949065"/>
            <a:ext cx="359033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Acts as the main microcontroller and development board to manage the entire process.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31820"/>
            <a:ext cx="4196358" cy="3267194"/>
          </a:xfrm>
          <a:prstGeom prst="roundRect">
            <a:avLst>
              <a:gd name="adj" fmla="val 4478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131820"/>
            <a:ext cx="121920" cy="3267194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389114"/>
            <a:ext cx="359033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16x2 Character LCD Display Module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565696" y="4372928"/>
            <a:ext cx="359033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Equipped with an I2C Interface to display parking slot availability.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131820"/>
            <a:ext cx="4196358" cy="3267194"/>
          </a:xfrm>
          <a:prstGeom prst="roundRect">
            <a:avLst>
              <a:gd name="adj" fmla="val 4478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131820"/>
            <a:ext cx="121920" cy="3267194"/>
          </a:xfrm>
          <a:prstGeom prst="roundRect">
            <a:avLst>
              <a:gd name="adj" fmla="val 78139"/>
            </a:avLst>
          </a:prstGeom>
          <a:solidFill>
            <a:srgbClr val="FF954F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389114"/>
            <a:ext cx="359033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Power Supply Components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988868" y="4372928"/>
            <a:ext cx="3590330" cy="1768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Includes an Electrolytic Capacitor (2200 µF, 25 V) to control voltage, along with male-to-male and female-to-female jumper wire cables for connections.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3842"/>
            <a:ext cx="7556421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Detection and Movement</a:t>
            </a:r>
            <a:endParaRPr lang="en-US" sz="5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24945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4253" y="3249454"/>
            <a:ext cx="584073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Infrared (IR) Obstacle Detection Sensors</a:t>
            </a:r>
            <a:endParaRPr lang="en-US" sz="2550" dirty="0"/>
          </a:p>
        </p:txBody>
      </p:sp>
      <p:sp>
        <p:nvSpPr>
          <p:cNvPr id="6" name="Text 2"/>
          <p:cNvSpPr/>
          <p:nvPr/>
        </p:nvSpPr>
        <p:spPr>
          <a:xfrm>
            <a:off x="1644253" y="3809405"/>
            <a:ext cx="670595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modules are used to detect the presence and movement of cars.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4852630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253" y="4852630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RFID Reader Module</a:t>
            </a:r>
            <a:endParaRPr lang="en-US" sz="2550" dirty="0"/>
          </a:p>
        </p:txBody>
      </p:sp>
      <p:sp>
        <p:nvSpPr>
          <p:cNvPr id="9" name="Text 4"/>
          <p:cNvSpPr/>
          <p:nvPr/>
        </p:nvSpPr>
        <p:spPr>
          <a:xfrm>
            <a:off x="1644253" y="5412581"/>
            <a:ext cx="670595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 scanning authorization cards.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616100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4253" y="6161008"/>
            <a:ext cx="592990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MG90S Metal Gear Micro Servo Motor</a:t>
            </a:r>
            <a:endParaRPr lang="en-US" sz="2550" dirty="0"/>
          </a:p>
        </p:txBody>
      </p:sp>
      <p:sp>
        <p:nvSpPr>
          <p:cNvPr id="12" name="Text 6"/>
          <p:cNvSpPr/>
          <p:nvPr/>
        </p:nvSpPr>
        <p:spPr>
          <a:xfrm>
            <a:off x="1644253" y="6720959"/>
            <a:ext cx="670595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to rotate and physically open or close the entry gate.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564594"/>
            <a:ext cx="6701314" cy="76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4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Programming the System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18661" y="3564017"/>
            <a:ext cx="3542109" cy="460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75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Arduino IDE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718661" y="4210288"/>
            <a:ext cx="840009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Open-source software utilized for programming the Arduino microcontroller.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8661" y="4631888"/>
            <a:ext cx="840009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program stores authorized RFID data so the Arduino can compare it against scanned cards.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8661" y="5307806"/>
            <a:ext cx="8400098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software logic allows the system to run automatically without any manual control.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394" y="1819751"/>
            <a:ext cx="4291846" cy="57223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4354" y="617339"/>
            <a:ext cx="6391037" cy="83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Detecting the Car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6264354" y="1535192"/>
            <a:ext cx="3383875" cy="415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Phase 1 - Vehicle Arrival</a:t>
            </a:r>
            <a:endParaRPr lang="en-US" sz="2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354" y="2277308"/>
            <a:ext cx="1111448" cy="1333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93568" y="2499598"/>
            <a:ext cx="6258878" cy="57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IR sensor is placed near the entrance gate to detect an arriving car.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354" y="3611047"/>
            <a:ext cx="1111448" cy="13337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93568" y="3833336"/>
            <a:ext cx="6258878" cy="57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a vehicle arrives at the entrance, the first IR sensor detects the vehicle.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354" y="4944785"/>
            <a:ext cx="1111448" cy="13337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93568" y="5167074"/>
            <a:ext cx="6258878" cy="57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soon as the sensor detects the car, it sends a signal to the Arduino Uno.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4354" y="6278523"/>
            <a:ext cx="1111448" cy="13337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593568" y="6500813"/>
            <a:ext cx="6258878" cy="57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detected, the system indicates that the driver should scan their RFID card.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patel sujan</cp:lastModifiedBy>
  <cp:revision>2</cp:revision>
  <dcterms:created xsi:type="dcterms:W3CDTF">2026-03-25T07:56:56Z</dcterms:created>
  <dcterms:modified xsi:type="dcterms:W3CDTF">2026-03-25T07:58:03Z</dcterms:modified>
</cp:coreProperties>
</file>